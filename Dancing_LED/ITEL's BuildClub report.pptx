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4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ITEL AFFILIATED COLLEGES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South-Based Colleges — Partnership Status Dashboard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7315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566160" cy="1234440"/>
          </a:xfrm>
          <a:prstGeom prst="rect">
            <a:avLst/>
          </a:prstGeom>
          <a:solidFill>
            <a:srgbClr val="1A3060"/>
          </a:solidFill>
          <a:ln w="254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356616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Colleges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566160" cy="1234440"/>
          </a:xfrm>
          <a:prstGeom prst="rect">
            <a:avLst/>
          </a:prstGeom>
          <a:solidFill>
            <a:srgbClr val="1A3060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5661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43400" y="27432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343400" y="3429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Signed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3566160" cy="1234440"/>
          </a:xfrm>
          <a:prstGeom prst="rect">
            <a:avLst/>
          </a:prstGeom>
          <a:solidFill>
            <a:srgbClr val="1A3060"/>
          </a:solidFill>
          <a:ln w="254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356616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4160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02920" y="4846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In Progress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4023360"/>
            <a:ext cx="3566160" cy="1234440"/>
          </a:xfrm>
          <a:prstGeom prst="rect">
            <a:avLst/>
          </a:prstGeom>
          <a:solidFill>
            <a:srgbClr val="1A3060"/>
          </a:solidFill>
          <a:ln w="254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343400" y="4023360"/>
            <a:ext cx="356616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43400" y="4160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343400" y="4846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Upcoming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5440680"/>
            <a:ext cx="3566160" cy="1234440"/>
          </a:xfrm>
          <a:prstGeom prst="rect">
            <a:avLst/>
          </a:prstGeom>
          <a:solidFill>
            <a:srgbClr val="1A3060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02920" y="5440680"/>
            <a:ext cx="35661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5577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502920" y="6263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43400" y="5440680"/>
            <a:ext cx="3566160" cy="1234440"/>
          </a:xfrm>
          <a:prstGeom prst="rect">
            <a:avLst/>
          </a:prstGeom>
          <a:solidFill>
            <a:srgbClr val="1A3060"/>
          </a:solidFill>
          <a:ln w="254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343400" y="5440680"/>
            <a:ext cx="3566160" cy="5486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343400" y="5577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4343400" y="6263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BREAKDOWN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2514600"/>
            <a:ext cx="3566160" cy="256032"/>
          </a:xfrm>
          <a:prstGeom prst="rect">
            <a:avLst/>
          </a:prstGeom>
          <a:solidFill>
            <a:srgbClr val="253A6E"/>
          </a:solidFill>
          <a:ln w="12700">
            <a:solidFill>
              <a:srgbClr val="25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229600" y="2514600"/>
            <a:ext cx="54864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29600" y="2788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Signed  (2)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3172968"/>
            <a:ext cx="3566160" cy="256032"/>
          </a:xfrm>
          <a:prstGeom prst="rect">
            <a:avLst/>
          </a:prstGeom>
          <a:solidFill>
            <a:srgbClr val="253A6E"/>
          </a:solidFill>
          <a:ln w="12700">
            <a:solidFill>
              <a:srgbClr val="25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229600" y="3172968"/>
            <a:ext cx="822960" cy="2560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229600" y="3447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In Progress  (3)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3831336"/>
            <a:ext cx="3566160" cy="256032"/>
          </a:xfrm>
          <a:prstGeom prst="rect">
            <a:avLst/>
          </a:prstGeom>
          <a:solidFill>
            <a:srgbClr val="253A6E"/>
          </a:solidFill>
          <a:ln w="12700">
            <a:solidFill>
              <a:srgbClr val="25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229600" y="3831336"/>
            <a:ext cx="164592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29600" y="41056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Upcoming  (6)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489704"/>
            <a:ext cx="3566160" cy="256032"/>
          </a:xfrm>
          <a:prstGeom prst="rect">
            <a:avLst/>
          </a:prstGeom>
          <a:solidFill>
            <a:srgbClr val="253A6E"/>
          </a:solidFill>
          <a:ln w="12700">
            <a:solidFill>
              <a:srgbClr val="25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229600" y="4489704"/>
            <a:ext cx="5486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229600" y="4764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Initial  (2)</a:t>
            </a:r>
            <a:endParaRPr lang="en-US" sz="1100" dirty="0"/>
          </a:p>
        </p:txBody>
      </p:sp>
      <p:pic>
        <p:nvPicPr>
          <p:cNvPr id="43" name="Picture 42" descr="About Us - ITEL Foundation | Immersive Technology ...">
            <a:extLst>
              <a:ext uri="{FF2B5EF4-FFF2-40B4-BE49-F238E27FC236}">
                <a16:creationId xmlns:a16="http://schemas.microsoft.com/office/drawing/2014/main" id="{3F5FF34E-46CA-2E22-94A8-5862EDA02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146" y="0"/>
            <a:ext cx="1163037" cy="117889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65112E5-BCE3-8F07-6D28-CAEF393CF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235" y="-18473"/>
            <a:ext cx="1163037" cy="1180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ITEL AFFILIATED — COLLEGE STATUS TRACKER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233100"/>
              </p:ext>
            </p:extLst>
          </p:nvPr>
        </p:nvGraphicFramePr>
        <p:xfrm>
          <a:off x="182880" y="822960"/>
          <a:ext cx="11567160" cy="365760"/>
        </p:xfrm>
        <a:graphic>
          <a:graphicData uri="http://schemas.openxmlformats.org/drawingml/2006/table">
            <a:tbl>
              <a:tblPr/>
              <a:tblGrid>
                <a:gridCol w="38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386313"/>
              </p:ext>
            </p:extLst>
          </p:nvPr>
        </p:nvGraphicFramePr>
        <p:xfrm>
          <a:off x="182880" y="1188720"/>
          <a:ext cx="11567160" cy="5230368"/>
        </p:xfrm>
        <a:graphic>
          <a:graphicData uri="http://schemas.openxmlformats.org/drawingml/2006/table">
            <a:tbl>
              <a:tblPr/>
              <a:tblGrid>
                <a:gridCol w="38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SRM-AP University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of Club Picking up (March 13th last meeting held with Faculty SPOC). Robotics Workshop Proposal shared.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the template followed at West Bengal Colleges. Checklist &amp; Member IDs.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SSN-CE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Workshop – Next Semester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Customised plan with activity of existing club to be ramped up and to create pipeline of pre-incubatees.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IIIT-H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Workshop – Next Semester (July–August)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Presidency University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Tentatively to be launched in July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Dates from them. Meeting with Core Students team to be done.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Karunya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Dates from them.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with Core Students team to be done.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MAMCET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with Core Students team Faculty done.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Dates to be finalised. To Share docs &amp; Action items for Core team.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Signed and shared to them on 23rd March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with Core Team and Faculty-in Charge requested. Needs follow-up.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Signed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Atria University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Signed and shared to them on 21st March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with Faculty SPOC requested. Did a follow up on April 25th.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Signed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Avinashilingam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formalities in progress. Kickstart Projects list shared.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with Core Students team &amp; Faculty-in Charge done on April 16th.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14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9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formalities in progress. Kickstart Projects list shared.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with Core Students team &amp; Faculty-in Charge to be done. Very Slow Response. Faculty in-charge makes calls out of the blue.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14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9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 Institute of 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meeting with Director – Innovation &amp; faculty incharge on April 25th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15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Contact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E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PIPELINE — STAGE 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solidFill>
            <a:srgbClr val="90CAF9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0D47A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64008" cy="7132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Institute of Technology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868680"/>
            <a:ext cx="2743200" cy="502920"/>
          </a:xfrm>
          <a:prstGeom prst="rect">
            <a:avLst/>
          </a:prstGeom>
          <a:solidFill>
            <a:srgbClr val="A5D6A7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18688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Upcoming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46304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18688" y="1463040"/>
            <a:ext cx="64008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28416" y="146304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SSN-CE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228600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18688" y="2286000"/>
            <a:ext cx="64008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28416" y="228600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IIIT-H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18688" y="310896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18688" y="3108960"/>
            <a:ext cx="64008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28416" y="310896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18688" y="393192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18688" y="3931920"/>
            <a:ext cx="64008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28416" y="393192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Karunya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8688" y="475488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18688" y="4754880"/>
            <a:ext cx="64008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28416" y="475488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MAMCET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868680"/>
            <a:ext cx="2743200" cy="502920"/>
          </a:xfrm>
          <a:prstGeom prst="rect">
            <a:avLst/>
          </a:prstGeom>
          <a:solidFill>
            <a:srgbClr val="CE93D8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63056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in Progress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63056" y="146304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4A148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63056" y="1463040"/>
            <a:ext cx="64008" cy="71323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72784" y="146304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Avinashilingam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228600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4A148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63056" y="2286000"/>
            <a:ext cx="64008" cy="71323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72784" y="228600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07424" y="868680"/>
            <a:ext cx="2743200" cy="502920"/>
          </a:xfrm>
          <a:prstGeom prst="rect">
            <a:avLst/>
          </a:prstGeom>
          <a:solidFill>
            <a:srgbClr val="80CBC4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107424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Signed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07424" y="146304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4D4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107424" y="1463040"/>
            <a:ext cx="64008" cy="71323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217152" y="146304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07424" y="2286000"/>
            <a:ext cx="27432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4D4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107424" y="2286000"/>
            <a:ext cx="64008" cy="71323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217152" y="228600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 University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026664" y="109728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971032" y="109728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915400" y="109728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represents a stage in the college onboarding pipeline.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398</Words>
  <Application>Microsoft Office PowerPoint</Application>
  <PresentationFormat>Widescreen</PresentationFormat>
  <Paragraphs>99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Mahesh</dc:creator>
  <cp:lastModifiedBy>Mahesh</cp:lastModifiedBy>
  <cp:revision>2</cp:revision>
  <dcterms:created xsi:type="dcterms:W3CDTF">2026-05-15T05:32:36Z</dcterms:created>
  <dcterms:modified xsi:type="dcterms:W3CDTF">2026-05-15T05:39:12Z</dcterms:modified>
</cp:coreProperties>
</file>